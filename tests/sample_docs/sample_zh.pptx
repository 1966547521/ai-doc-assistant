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项目背景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本项目旨在构建一个基于 RAG（检索增强生成）的智能文档问答系统。系统支持 PDF、DOCX、XLSX、PPTX、TXT、Markdown 六种文档格式的解析与索引。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技术架构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系统采用四层模块化架构：文档处理层(DocumentProcessor)负责多格式解析与分块；向量存储层(VectorStoreManager)基于 ChromaDB 实现增量索引与 SHA-256 去重；问答引擎层(QAEngine)实现 RAG 链路，集成语义缓存；Agent 层(AgentSession)采用手写 ReAct 循环，兼容 DeepSeek 推理模型。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核心功能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六种文档格式自动解析与清洗</a:t>
            </a:r>
          </a:p>
          <a:p>
            <a:r>
              <a:t>2. 基于 RecursiveCharacterTextSplitter 的分块（chunk_size=1000, overlap=200）</a:t>
            </a:r>
          </a:p>
          <a:p>
            <a:r>
              <a:t>3. 向量检索与 Top-K 召回（top_k=5）</a:t>
            </a:r>
          </a:p>
          <a:p>
            <a:r>
              <a:t>4. 语义缓存（TTL+LRU 淘汰策略）</a:t>
            </a:r>
          </a:p>
          <a:p>
            <a:r>
              <a:t>5. 多模型嵌入（DashScope → OpenAI → Ollama 三级回退，自动适配维度）</a:t>
            </a:r>
          </a:p>
          <a:p>
            <a:r>
              <a:t>6. 手写 ReAct 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Embedding 配置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系统通过环境变量选择 Embedding 模型：</a:t>
            </a:r>
          </a:p>
          <a:p>
            <a:r>
              <a:t>- DASHSCOPE_API_KEY → text-embedding-v3</a:t>
            </a:r>
          </a:p>
          <a:p>
            <a:r>
              <a:t>- OPENAI_API_KEY → text-embedding-3-small</a:t>
            </a:r>
          </a:p>
          <a:p>
            <a:r>
              <a:t>- 均不可用时 → 回退到 Ollama(nomic-embed-text)</a:t>
            </a:r>
          </a:p>
          <a:p>
            <a:r>
              <a:t>三种模型的输出维度不同（1536/1536/768），系统自动检测向量库已有维度并匹配。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