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本项目旨在构建一个基于 RAG（检索增强生成）的智能文档问答系统。核心链路支持中文 PDF 与 DOCX 的解析、索引和可追溯问答。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系统采用分层模块化架构：文档处理层(DocumentProcessor)保留页码与段落来源；向量存储层(VectorStoreManager)为每份文档创建独立索引；问答引擎层(QAEngine)使用同一批检索片段生成回答与引用；Agent 层(AgentSession)采用 Pydantic 结构化意图路由。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中文 PDF/DOCX 自动解析与来源保留</a:t>
            </a:r>
          </a:p>
          <a:p>
            <a:r>
              <a:t>2. 规则分块与小型本地语义模型分块</a:t>
            </a:r>
          </a:p>
          <a:p>
            <a:r>
              <a:t>3. 向量检索与 Top-K 召回（top_k=5）</a:t>
            </a:r>
          </a:p>
          <a:p>
            <a:r>
              <a:t>4. 语义缓存（TTL+LRU 淘汰策略）</a:t>
            </a:r>
          </a:p>
          <a:p>
            <a:r>
              <a:t>5. Chat 与 Embedding 使用独立、显式的 OpenAI 兼容 API 配置</a:t>
            </a:r>
          </a:p>
          <a:p>
            <a:r>
              <a:t>6. 结构化意图 Agent，支持文档问答/摘要/结构分析/信息提取/翻译/报告生成/文档对比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系统通过环境变量选择 Embedding 模型：</a:t>
            </a:r>
          </a:p>
          <a:p>
            <a:r>
              <a:t>- EMBEDDING_API_KEY / EMBEDDING_BASE_URL / EMBEDDING_MODEL</a:t>
            </a:r>
          </a:p>
          <a:p>
            <a:r>
              <a:t>索引按模型与文档隔离，维度不兼容时保留旧索引并明确报错。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